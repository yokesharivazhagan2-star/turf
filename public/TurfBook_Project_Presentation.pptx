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22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SPORTS-TECH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TURFBOOK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Multi-Turf Sports Booking Marketplace &amp; Arena Management System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full-stack, mobile-first web application engineered for real-time arena discovery, sub-millisecond slot locking with mutex concurrency control, Leaflet geospatial mapping across Tamil Nadu, and interactive 3D sports particle visualization.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Mutex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4348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double-booking race conditions via atomic 5-min holds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379476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Tamil Nadu Wide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44348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GPS radar &amp; Leaflet cluster mapping engine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9904" y="379476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Arena Canvas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27064" y="44348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Three.js looping sports particle atmosphere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23376" y="379476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0536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Multi-Role Portal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0536" y="44348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Player, Turf Owner &amp; Super Admin consoles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 | Full-Stack Web Development &amp; Real-Time Distributed Systems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&amp; INNOVATION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Market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TURFBOOK — Multi-Turf Sports Booking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4937760" cy="4846320"/>
          </a:xfrm>
          <a:prstGeom prst="roundRect">
            <a:avLst>
              <a:gd name="adj" fmla="val 2264"/>
            </a:avLst>
          </a:prstGeom>
          <a:solidFill>
            <a:srgbClr val="131C2E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50876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450A0A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PROBLEMS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 Manual Phone-Call Booking Latency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2860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must call multiple turf owners to ask about open slots, resulting in miscommunication and wasted time.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971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 Frequent Double-Bookings &amp; Overlaps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2461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registers and delayed updates cause two groups to be allotted the exact same pitch simultaneously.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931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 Geographic Blindspots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4206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lack a unified map displaying real-time proximity, distance radar, and multi-sport amenities.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 Lack of Automated Verification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5166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digital tickets or scannable QR passes, leading to unauthorized entry and dispute during peak hours.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131C2E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50876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TURFBOOK SOLUTION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[OK]  Instant Multi-Sport Discovery &amp; Booking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22860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search, filter by sport (Football, Cricket, Badminton), and book slots in under 30 seconds.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2971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[OK]  Atomic 5-Min Mutex Concurrency Locker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2461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slot hold with WebSocket broadcast ensures mathematically zero double-booking occurrences.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931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[OK]  Live GPS Radar &amp; Leaflet Marker Clusters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2062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 distance calculation locates nearest turfs across Chennai, Coimbatore, Madurai, and all TN.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4892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[OK]  Cryptographic QR Code Check-In Pass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51663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QR pass generated on checkout for swift scan &amp; play validation at the arena gate.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BLUEPRINT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System Architecture &amp; Tech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TURFBOOK — Multi-Turf Sports Booking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131C2E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6304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90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CLIENT TIER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7556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8 + React 19 + Tailwind CSS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19 Concurrent Architecture &amp; Custom Hooks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788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4 Glassmorphism Theme System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Three.js 3D Interactive Looping Sports Particle Arena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8862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Leaflet.js with Marker Clustering &amp; GPS Radar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4434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Mobile-First Responsive Navigation &amp; BottomSheet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28016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131C2E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146304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490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&amp; CORE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17556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5 Framework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26280" y="2240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High-throughput REST API with Express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2788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In-Memory Concurrency Mutex with 5-Min TTL lease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33375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Haversine Formula Geolocation Distance 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3886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Multi-tier Error Boundary Trees &amp; Fallback UI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26280" y="44348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Owner &amp; Super Admin Analytics Aggregator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128016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131C2E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1463040"/>
            <a:ext cx="301752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14904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&amp; PERSISTENCE TIER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175564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WebSockets + State Synchronization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75320" y="2240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WebSocket Server (ws) for Bidirectional Live Broadcast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7532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Auto-Expiring Mutex Timer for Abandoned Checkouts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75320" y="3337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Scannable QR Code Ticket Pass Generation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75320" y="38862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In-Memory Seed Sync &amp; Transactional State History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75320" y="4434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Canvas Confetti micro-interaction on checkout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530352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Browser (React 19)   &lt;---&gt;   Express API Gateway   &lt;---&gt;   5-Minute In-Memory Mutex Locker   &lt;---&gt;   WebSocket Broadcast to Connected Clients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CAPABILITIES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Modules &amp; Role-Based Experiences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TURFBOOK — Multi-Turf Sports Booking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429000" cy="4846320"/>
          </a:xfrm>
          <a:prstGeom prst="roundRect">
            <a:avLst>
              <a:gd name="adj" fmla="val 3200"/>
            </a:avLst>
          </a:prstGeom>
          <a:solidFill>
            <a:srgbClr val="131C2E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55448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2763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EXPERIENCE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Discovery &amp; Booking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51560" y="26334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560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Multi-Sport Filter (Football, Cricket, Badminton)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33192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246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Tamil Nadu GPS radar with distance sorting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1560" y="40050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931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Leaflet cluster map with quick venue cards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51560" y="4690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617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slot carousel (Morning, Afternoon, Evening, Night)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1560" y="53766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5303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bottom-sheet checkout with instant QR pass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1280160"/>
            <a:ext cx="3429000" cy="4846320"/>
          </a:xfrm>
          <a:prstGeom prst="roundRect">
            <a:avLst>
              <a:gd name="adj" fmla="val 3200"/>
            </a:avLst>
          </a:prstGeom>
          <a:solidFill>
            <a:srgbClr val="131C2E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55448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2763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OWNER PORTAL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21488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Operations &amp; P&amp;L Analytics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63347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560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gross revenue and booking volume metrics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31927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246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peak/off-peak pricing rule configuration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400507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931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schedule management &amp; manual slot overrides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469087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4617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customer check-in and QR scan history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537667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5303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operational analytics &amp; payout summaries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1280160"/>
            <a:ext cx="3429000" cy="4846320"/>
          </a:xfrm>
          <a:prstGeom prst="roundRect">
            <a:avLst>
              <a:gd name="adj" fmla="val 3200"/>
            </a:avLst>
          </a:prstGeom>
          <a:solidFill>
            <a:srgbClr val="131C2E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155448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162763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PORTAL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1040" y="21488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Governance &amp; Safety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66760" y="26334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2560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Statewide arena approval &amp; vetting workflow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66760" y="33192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9640" y="3246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tier controls &amp; platform fee breakdown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66760" y="40050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49640" y="3931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health, active WebSocket connection counters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66760" y="4690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49640" y="4617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 and dispute resolution mechanisms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66760" y="53766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49640" y="5303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Platform-wide user role and security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Innovation: Real-Time Mutex &amp; Concurrency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TURFBOOK — Multi-Turf Sports Booking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131C2E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17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RACE CONDITION PROBLEM IN HIGH-DEMAND SPORTS VENUES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two players attempt to book the prime Friday 8:00 PM slot within milliseconds of each other, standard HTTP APIs experience race conditions. TurfBook introduces a high-performance in-memory Mutex Locking protocol with distributed WebSocket synchronization.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2697480"/>
            <a:ext cx="548640" cy="54864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383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Selection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clicks slot. Client emits immediate lock request payload to API.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07792" y="2514600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9312" y="2697480"/>
            <a:ext cx="548640" cy="54864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44952" y="3383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Mutex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44952" y="38862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verifies lock state. Acquires exclusive lease with 5-min TTL.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84064" y="2514600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15584" y="2697480"/>
            <a:ext cx="548640" cy="54864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15584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21224" y="3383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Broadcast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21224" y="38862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informs all other clients. Slot turns amber/locked in real-time.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60336" y="2514600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91856" y="2697480"/>
            <a:ext cx="548640" cy="54864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91856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97496" y="3383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Safeguard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97496" y="38862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player abandons checkout, TTL expired event automatically frees the slot.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436608" y="2514600"/>
            <a:ext cx="2011680" cy="29260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68128" y="2697480"/>
            <a:ext cx="548640" cy="54864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68128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73768" y="3383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&amp; QR Pass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73768" y="38862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payment/confirmation, slot converts to permanent BOOKED state.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562356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GUARANTEE: 100% Elimination of Double-Booking Conflicts  |  Sub-15ms Mutex Acquisition Latency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SPECIFICATION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Models &amp; API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TURFBOOK — Multi-Turf Sports Booking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131C2E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ENTITY MODELS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192024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0116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Turf Entity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2677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name, ownerId, sports[], coordinates {lat, lng}, pricing, facilities[], status, rating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5840" y="292608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0175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Entity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32735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turfId, date, timeWindow, price, status (AVAILABLE | HELD | BOOKED), lockedBy, lockExpiresAt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5840" y="39319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0233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Entity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42793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turfId, userId, slotId, totalAmount, paymentStatus, qrToken, checkInStatus, timestamp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" y="493776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502920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&amp; Owner Profile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52852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name, email, phone, role (PLAYER | OWNER | ADMIN), locationCoordinates, bookings[]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131C2E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&amp; WEBSOCKET CONTRACTS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1920240"/>
            <a:ext cx="466344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011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092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/api/turfs?city=...&amp;sport=...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22860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Geo-filtered venue search with distance ranking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92240" y="2743200"/>
            <a:ext cx="466344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8346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60920" y="2834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/api/slots/lock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31089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Acquires 5-minute atomic mutex lock on target slot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92240" y="3566160"/>
            <a:ext cx="466344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657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29400" y="39319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hold token &amp; commits confirmed reservation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92240" y="4389120"/>
            <a:ext cx="466344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44805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6092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/api/bookings/user/:id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47548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player reservation passes with scannable QR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5212080"/>
            <a:ext cx="466344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5303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60920" y="5303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/ws (Topic: slot_update)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29400" y="55778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broadcast of lock &amp; booking states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Results, Impact &amp; Future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TURFBOOK — Multi-Turf Sports Booking Marketplace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429000" cy="13716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17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Mutex Concurrency 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overlapping bookings observed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429000" cy="13716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17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35ms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Query Latency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194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Instantaneous filter &amp; radar calculations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0" y="1280160"/>
            <a:ext cx="3429000" cy="13716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417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29600" y="19202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Tamil Nadu Coverage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2194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Coimbatore, Chennai, Madurai, Salem &amp; more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2880360"/>
            <a:ext cx="10698480" cy="3200400"/>
          </a:xfrm>
          <a:prstGeom prst="roundRect">
            <a:avLst>
              <a:gd name="adj" fmla="val 3429"/>
            </a:avLst>
          </a:prstGeom>
          <a:solidFill>
            <a:srgbClr val="131C2E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063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FUTURE ROADMAP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05840" y="3474720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35844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Payment Gateway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0" y="358444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UPI Auto-Pay, Razorpay, and Stripe Webhooks with instant refund escrow.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4096512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206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AI Solo Player Matchmaker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42062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matchmaking grouping solo enthusiasts into 5v5 / 7v7 matches based on skill rating.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" y="4718304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8280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IoT Smart Arena Hardware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0" y="482803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floodlight and turnstile entry triggered via MQTT relay upon QR validation.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" y="5340096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54498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Multi-State Geographic Scale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06240" y="544982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across Bangalore, Hyderabad, and Kerala with localized multi-lingual support.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TurfBook Sports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TURFBOOK - Project Presentation</dc:title>
  <dc:subject>Multi-Turf Sports Booking Marketplace</dc:subject>
  <dc:creator>TurfBook Engineering Team</dc:creator>
  <cp:lastModifiedBy>TurfBook Engineering Team</cp:lastModifiedBy>
  <cp:revision>1</cp:revision>
  <dcterms:created xsi:type="dcterms:W3CDTF">2026-09-14T05:12:45Z</dcterms:created>
  <dcterms:modified xsi:type="dcterms:W3CDTF">2026-09-14T05:12:45Z</dcterms:modified>
</cp:coreProperties>
</file>